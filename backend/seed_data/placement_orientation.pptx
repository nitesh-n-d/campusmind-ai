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Registration closes on 30 June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Placement Orientation 2025-26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DATA - fictional sample document for CampusMind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need a minimum CGPA of 7.0 to register for campus placements.</a:t>
            </a:r>
          </a:p>
          <a:p>
            <a:r>
              <a:t>Students with more than one standing arrear cannot register.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Aptitude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July to 31 July 2025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Mock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August to 8 August 2025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Placement drives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From 1 September 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